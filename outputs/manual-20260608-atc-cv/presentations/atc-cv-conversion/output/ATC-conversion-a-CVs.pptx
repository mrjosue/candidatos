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5233B"/>
          </a:solidFill>
          <a:ln w="12700">
            <a:solidFill>
              <a:srgbClr val="1523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ATC | PRESENTACION EJECUTIVA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Conversion de CVs lista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operar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1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Studio recibe un CV, lo estructura y lo deja listo para revisar, ajustar y presentar con un formato consistente.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8404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389534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captura manual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3840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389534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estandar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3840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389534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inmediata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800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para ATC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Pasar de CV recibido a CV utilizable en menos pasos, con mejor consistencia y con control antes de descargar.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685800"/>
            <a:ext cx="4663440" cy="54406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pic>
        <p:nvPicPr>
          <p:cNvPr id="15" name="Image 0" descr="C:\laragon\www\cv-studio\outputs\manual-20260608-atc-cv\presentations\atc-cv-conversion\assets\crops\cv-show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777240"/>
            <a:ext cx="4480560" cy="5257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75720" y="6400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DE LA PROPUESTA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ATC compra realmente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5049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simple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465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carga un PDF, DOCX o TXT sin rehacer el CV desde cero.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2608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637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estructurada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separa perfil, experiencia, educacion, software, habilidades, idiomas y certificaciones.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425196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3484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513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util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3465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ATC revisa, ajusta y descarga un CV listo para presentar.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417320"/>
            <a:ext cx="6629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pic>
        <p:nvPicPr>
          <p:cNvPr id="20" name="Image 0" descr="C:\laragon\www\cv-studio\outputs\manual-20260608-atc-cv\presentations\atc-cv-conversion\assets\crops\preview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08760"/>
            <a:ext cx="6446520" cy="37947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800600" y="5577840"/>
            <a:ext cx="6629400" cy="621792"/>
          </a:xfrm>
          <a:prstGeom prst="roundRect">
            <a:avLst>
              <a:gd name="adj" fmla="val 8824"/>
            </a:avLst>
          </a:prstGeom>
          <a:solidFill>
            <a:srgbClr val="E8F7F2"/>
          </a:solidFill>
          <a:ln w="12700">
            <a:solidFill>
              <a:srgbClr val="B9E6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912" y="574243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6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clave: antes de guardar, el reclutador decide que informacion aplicar al CV final.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475720" y="6400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PARA NEGOCIO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para operacion y para direccion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785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tiempo de captura y acelera la preparacion del CV antes de enviarlo al cliente o a la terna interna.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173736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7785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85032" y="21214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5032" y="246888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Estandariza la estructura del CV aunque la fuente original llegue en formatos y estilos distintos.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173736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7785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47104" y="21214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47104" y="246888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automatiza a ciegas: deja una previsualizacion para validar antes de aplicar cambios.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44584" y="1554480"/>
            <a:ext cx="19842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9176" y="173736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17785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09176" y="2121408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09176" y="2468880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CV descargable en PDF y Word desde el mismo flujo.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3840480"/>
            <a:ext cx="1057046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114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una frase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437083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ATC gana un conversor operativo de CVs,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otro modulo mas por administrar.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92240" y="4370832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429768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 un CV existente.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809744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473659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 la informacion importante.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248656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5175504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deja lista para presentacion.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75720" y="6400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EN VIVO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unico que vale la pena mostrar en vivo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pic>
        <p:nvPicPr>
          <p:cNvPr id="5" name="Image 0" descr="C:\laragon\www\cv-studio\outputs\manual-20260608-atc-cv\presentations\atc-cv-conversion\assets\crops\upload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0200"/>
            <a:ext cx="39776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401568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sugerido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96112" y="3986784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3913632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un CV real.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4370832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42976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la previsualizacion.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6112" y="4754880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4681728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al formato final.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6112" y="5138928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5065776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Descargar el CV.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120640" y="1508760"/>
            <a:ext cx="612648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debe escuchar direccion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76672" y="2221992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41264" y="2148840"/>
            <a:ext cx="5276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estamos vendiendo el proceso completo de reclutamiento; estamos resolviendo el cuello de botella de convertir CVs.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76672" y="2880360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41264" y="2807208"/>
            <a:ext cx="5276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promesa es velocidad con control, no automatizacion opaca.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376672" y="3538728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41264" y="3465576"/>
            <a:ext cx="5276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de valor es ver un CV entrar, estructurarse y quedar listo para salida en minutos.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76672" y="4197096"/>
            <a:ext cx="91440" cy="914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41264" y="4123944"/>
            <a:ext cx="5276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de ATC mantiene la ultima palabra antes de descargar o compartir.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475720" y="6400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 paso recomendado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1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ATC valida la demo, la forma mas clara de cerrar la venta es un piloto corto con CVs reales.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0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corto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1455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la conversion con un lote pequeno de CVs reales de ATC.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2860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246888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2510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17136" y="2852928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de formato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17136" y="3200400"/>
            <a:ext cx="31455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CV final cumple el estilo y el nivel de presentacion esperado por ATC.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2468880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510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57D5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11312" y="285292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Medicion simple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11312" y="3200400"/>
            <a:ext cx="2871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tiempo manual vs. tiempo con conversion asistida.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0588752" cy="960120"/>
          </a:xfrm>
          <a:prstGeom prst="roundRect">
            <a:avLst>
              <a:gd name="adj" fmla="val 7619"/>
            </a:avLst>
          </a:prstGeom>
          <a:solidFill>
            <a:srgbClr val="1E304F"/>
          </a:solidFill>
          <a:ln w="12700">
            <a:solidFill>
              <a:srgbClr val="3953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23036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sugerida para direccion: aprobar un piloto enfocado unicamente en conversion a CVs.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00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CV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ATC - Conversion a CVs</dc:title>
  <dc:subject>Presentacion ejecutiva ATC</dc:subject>
  <dc:creator>OpenAI Codex</dc:creator>
  <cp:lastModifiedBy>OpenAI Codex</cp:lastModifiedBy>
  <cp:revision>1</cp:revision>
  <dcterms:created xsi:type="dcterms:W3CDTF">2026-06-09T17:27:29Z</dcterms:created>
  <dcterms:modified xsi:type="dcterms:W3CDTF">2026-06-09T17:27:29Z</dcterms:modified>
</cp:coreProperties>
</file>